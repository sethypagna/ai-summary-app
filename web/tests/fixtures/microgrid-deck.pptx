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cold chain: a single warm night can spoil a month of vaccines.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remaining outage hours were planned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200" b="1" dirty="0"/>
              <a:t>Solar Microgrids for Rural Clinics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Field pilot briefing · fictional data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Why clinics need reliable power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Vaccine fridges must stay between 2 and 8 degrees Celsius.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Grid outages averaged 14 hours per week at the pilot clinics.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Diesel generators cost about $310 per month to run.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Pilot results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Before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After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Outage hours per week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Monthly energy cost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$310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$45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Battery storage covered every night-time outage during the six-month pilot.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Expand to twelve clinics by March 2027.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Train two local technicians per district.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Microgrids for Rural Clinics</dc:title>
  <dc:subject>PptxGenJS Presentation</dc:subject>
  <dc:creator>PptxGenJS</dc:creator>
  <cp:lastModifiedBy>PptxGenJS</cp:lastModifiedBy>
  <cp:revision>1</cp:revision>
  <dcterms:created xsi:type="dcterms:W3CDTF">2026-09-28T11:48:11Z</dcterms:created>
  <dcterms:modified xsi:type="dcterms:W3CDTF">2026-09-28T11:48:11Z</dcterms:modified>
</cp:coreProperties>
</file>